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CB00D-1CFD-4E40-8726-BDEBF4540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60C3B7-6DC6-4BF2-BE64-891F218E3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657E6F-CAB9-47A5-A532-739E7199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CAD15-2E00-4116-A6B0-0AD024A6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851CD-C5EA-4881-8118-0F774DBF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58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FF13B-96F8-4481-A1BE-FED1B55E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372F40-515A-47E7-BE39-95195981A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46239B-183B-44C5-A928-ACBF341C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723F02-F8E7-4BB1-94AB-6380FA9E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4CFD60-0843-4AD2-8D96-27DC09CA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28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6429D-7FC3-4494-98E0-545E6270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904E38-E5A7-4018-9C23-5E4CECCEB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D5CA41-21C8-43A8-8B16-657B2A11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7E7E5B-89DE-447D-A08E-B6C348B0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C2382-81D3-4378-86AC-FD610409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1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EBA01-817B-4BD8-8490-114D6E67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65AE84-49A9-4C60-8808-20C7A2882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4D4EAB-3413-4DC3-A56C-F5364D9DC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AF05CB-975F-4506-9D42-FAD42BDE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16F877-A790-4FD1-A6A4-85D1E8AF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EB12AD-8A8F-49AD-9F8B-364EEEA7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3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D768C-DEB1-4D71-82EA-414414F2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4587F1-500F-415F-A454-D61D1E8E9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8C5748-3986-4E29-A8C4-6EAD18B26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C65CE4-AF23-4732-99D0-504BF7D46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EB88ED-4AEA-40B6-8DA4-D7468F5B1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FD4280-5E5D-4CCF-8F57-ACE2D498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6851FD-FE43-4468-9776-564EA16D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1EE193-2C38-4DF6-8208-F4250414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2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C19AD-6F37-431B-AFB5-B7BC16C8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F9D2BE-6667-47B7-97BB-76D113B5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589F2E2-AA8D-4A1D-899D-6932D23F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9DCA2D-5221-4069-A5CA-D0E8EE3E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09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152C38-B424-476E-8384-E10D4027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E57058-9143-423C-9C4B-584C0E2BA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712571-92D0-4CAA-AC18-224C837D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89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BABCC-A15F-428D-8A7E-A8D29AE4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ACC62-9AA4-4D70-8DD1-482B7D036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EC9229-0791-4B7E-9D26-898DF0EB6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A3DACD-52DE-482F-A1C6-874D322F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8B584D-896A-4C1C-9DFA-BE8DD068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613D7F-CE0A-426C-92D0-A8E3ED99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77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306E-0C5F-4C81-8356-59D4AF11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CC6243-386E-4503-B926-6E18B72743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186F55-59C3-4F7F-B8EF-69DEA745E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4C37B9-BEFE-4D94-AF2F-63510EBD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3AE931-8A4D-4581-8781-FF294C15D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0051AD-5393-4C50-9059-32061637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78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7FBD6-0299-4E37-84C2-2BA0F59D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19CDF2-4609-47A7-8451-F271B82D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F1E079-B294-4DBD-B9FF-A0F8C83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836BC-5C53-4375-A941-5054EB0E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9719E-B40E-40B1-A900-6DE1D5EA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00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43B984-594B-451A-919B-A94A0D0E7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403831-B357-4193-92B9-5FBB4CE37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C182D0-3B69-4B69-9D0B-11007926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20E8AB-F7C8-4E99-8863-E3F0C56E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44CC25-D82C-4657-AD31-B5CA6276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26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D8C16-3025-4E36-B46B-9BDE84A3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8CE6BC-512A-4D00-8DB7-AA072A4C8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5DAC6-96AB-431D-A95A-C3E709438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C0247-76D4-44AE-BC76-79A215A632C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1A91A-4368-4EE1-BA10-C8838DF68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174C80-D22A-47D3-9FD9-01E1469C8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72DA2-A841-4FA4-8535-417A70F79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33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3D107A-87A9-46E3-BDD5-110583D6F929}"/>
              </a:ext>
            </a:extLst>
          </p:cNvPr>
          <p:cNvSpPr/>
          <p:nvPr/>
        </p:nvSpPr>
        <p:spPr>
          <a:xfrm>
            <a:off x="183479" y="243846"/>
            <a:ext cx="2366682" cy="104887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Сервер видеоаналитики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484A48-234E-4BC1-B9EC-5187769655F3}"/>
              </a:ext>
            </a:extLst>
          </p:cNvPr>
          <p:cNvSpPr/>
          <p:nvPr/>
        </p:nvSpPr>
        <p:spPr>
          <a:xfrm>
            <a:off x="3018118" y="243846"/>
            <a:ext cx="2366682" cy="104887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Сетевой коммутатор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7E32803-98F6-4CE2-BCC6-9D6F09A036D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50161" y="768281"/>
            <a:ext cx="4679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D06779-EE60-4687-A088-AD7E2FB6F2D0}"/>
              </a:ext>
            </a:extLst>
          </p:cNvPr>
          <p:cNvSpPr/>
          <p:nvPr/>
        </p:nvSpPr>
        <p:spPr>
          <a:xfrm>
            <a:off x="183479" y="1869440"/>
            <a:ext cx="11774841" cy="47447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AF7219-FFF5-4566-AB08-393C62D57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015" y="1804594"/>
            <a:ext cx="650466" cy="65046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23ADB8E-753F-42B5-AD00-FA4FD2A19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115" y="1804594"/>
            <a:ext cx="650466" cy="650466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14A6990-70EE-488D-9D8E-5EE13E04B1AD}"/>
              </a:ext>
            </a:extLst>
          </p:cNvPr>
          <p:cNvCxnSpPr>
            <a:stCxn id="10" idx="0"/>
          </p:cNvCxnSpPr>
          <p:nvPr/>
        </p:nvCxnSpPr>
        <p:spPr>
          <a:xfrm flipV="1">
            <a:off x="3515248" y="1605280"/>
            <a:ext cx="0" cy="1993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8668334-B7E8-4EAD-864E-A321A2B4F480}"/>
              </a:ext>
            </a:extLst>
          </p:cNvPr>
          <p:cNvCxnSpPr>
            <a:cxnSpLocks/>
          </p:cNvCxnSpPr>
          <p:nvPr/>
        </p:nvCxnSpPr>
        <p:spPr>
          <a:xfrm>
            <a:off x="3515248" y="1605280"/>
            <a:ext cx="58623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6DBAEF7-9DE0-4BC7-8C22-2B3DE8B6A6BE}"/>
              </a:ext>
            </a:extLst>
          </p:cNvPr>
          <p:cNvCxnSpPr/>
          <p:nvPr/>
        </p:nvCxnSpPr>
        <p:spPr>
          <a:xfrm flipV="1">
            <a:off x="9377568" y="1605280"/>
            <a:ext cx="0" cy="1993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4D29CC8-1CF1-48A1-8307-B6C2A821065E}"/>
              </a:ext>
            </a:extLst>
          </p:cNvPr>
          <p:cNvCxnSpPr/>
          <p:nvPr/>
        </p:nvCxnSpPr>
        <p:spPr>
          <a:xfrm flipV="1">
            <a:off x="5707324" y="768281"/>
            <a:ext cx="0" cy="8369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9F9A0940-522A-45AA-AC1A-A6540A7EDC86}"/>
              </a:ext>
            </a:extLst>
          </p:cNvPr>
          <p:cNvCxnSpPr>
            <a:stCxn id="5" idx="3"/>
          </p:cNvCxnSpPr>
          <p:nvPr/>
        </p:nvCxnSpPr>
        <p:spPr>
          <a:xfrm>
            <a:off x="5384800" y="768281"/>
            <a:ext cx="3225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8B1582-A17B-4FCB-8A40-E66042DD4912}"/>
              </a:ext>
            </a:extLst>
          </p:cNvPr>
          <p:cNvSpPr txBox="1"/>
          <p:nvPr/>
        </p:nvSpPr>
        <p:spPr>
          <a:xfrm>
            <a:off x="6212917" y="1235948"/>
            <a:ext cx="134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cs typeface="Proxy 2" panose="00000400000000000000" pitchFamily="2" charset="0"/>
              </a:rPr>
              <a:t>Ethernet</a:t>
            </a:r>
            <a:endParaRPr lang="ru-RU" dirty="0">
              <a:cs typeface="Proxy 2" panose="00000400000000000000" pitchFamily="2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D7BA79C-6AF5-49EA-812C-52FF155F6A50}"/>
              </a:ext>
            </a:extLst>
          </p:cNvPr>
          <p:cNvSpPr/>
          <p:nvPr/>
        </p:nvSpPr>
        <p:spPr>
          <a:xfrm>
            <a:off x="3931920" y="4947920"/>
            <a:ext cx="1270000" cy="528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effectLst/>
              </a:rPr>
              <a:t>Raspberry Pi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476595C-03AE-484D-9816-BAAA0F491A5D}"/>
              </a:ext>
            </a:extLst>
          </p:cNvPr>
          <p:cNvSpPr/>
          <p:nvPr/>
        </p:nvSpPr>
        <p:spPr>
          <a:xfrm>
            <a:off x="3931920" y="5608317"/>
            <a:ext cx="1270000" cy="528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0" i="0" dirty="0">
                <a:solidFill>
                  <a:schemeClr val="tx1"/>
                </a:solidFill>
                <a:effectLst/>
              </a:rPr>
              <a:t>Контроллер моторов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120AE62-E937-4DF6-BEB5-450A972B080C}"/>
              </a:ext>
            </a:extLst>
          </p:cNvPr>
          <p:cNvSpPr/>
          <p:nvPr/>
        </p:nvSpPr>
        <p:spPr>
          <a:xfrm>
            <a:off x="5577840" y="4947920"/>
            <a:ext cx="883920" cy="528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0" i="0" dirty="0">
                <a:solidFill>
                  <a:schemeClr val="tx1"/>
                </a:solidFill>
                <a:effectLst/>
              </a:rPr>
              <a:t>Батарея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68BA04F-12F7-48F0-8A5C-1E3A8652048A}"/>
              </a:ext>
            </a:extLst>
          </p:cNvPr>
          <p:cNvSpPr/>
          <p:nvPr/>
        </p:nvSpPr>
        <p:spPr>
          <a:xfrm>
            <a:off x="5577840" y="5608317"/>
            <a:ext cx="1270000" cy="5283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0" i="0" dirty="0">
                <a:solidFill>
                  <a:schemeClr val="tx1"/>
                </a:solidFill>
                <a:effectLst/>
              </a:rPr>
              <a:t>Драйверы двигателей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576716D6-F0B5-49F7-A900-04C9547915A3}"/>
              </a:ext>
            </a:extLst>
          </p:cNvPr>
          <p:cNvCxnSpPr>
            <a:stCxn id="29" idx="3"/>
            <a:endCxn id="31" idx="1"/>
          </p:cNvCxnSpPr>
          <p:nvPr/>
        </p:nvCxnSpPr>
        <p:spPr>
          <a:xfrm>
            <a:off x="5201920" y="5872477"/>
            <a:ext cx="3759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67C7B7DE-C30A-446E-9D89-7701FAEF6FA8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>
            <a:off x="5201920" y="5212080"/>
            <a:ext cx="3759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93ADFD94-EBA3-458C-871B-E365AA74AC7A}"/>
              </a:ext>
            </a:extLst>
          </p:cNvPr>
          <p:cNvCxnSpPr/>
          <p:nvPr/>
        </p:nvCxnSpPr>
        <p:spPr>
          <a:xfrm>
            <a:off x="5405008" y="5212080"/>
            <a:ext cx="0" cy="66039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04644EF5-B686-4447-997C-737BBE873210}"/>
              </a:ext>
            </a:extLst>
          </p:cNvPr>
          <p:cNvCxnSpPr/>
          <p:nvPr/>
        </p:nvCxnSpPr>
        <p:spPr>
          <a:xfrm>
            <a:off x="3931920" y="6217920"/>
            <a:ext cx="291592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Часть круга 38">
            <a:extLst>
              <a:ext uri="{FF2B5EF4-FFF2-40B4-BE49-F238E27FC236}">
                <a16:creationId xmlns:a16="http://schemas.microsoft.com/office/drawing/2014/main" id="{35FE4818-01A6-44E0-B3E9-6EC48695A5A1}"/>
              </a:ext>
            </a:extLst>
          </p:cNvPr>
          <p:cNvSpPr/>
          <p:nvPr/>
        </p:nvSpPr>
        <p:spPr>
          <a:xfrm>
            <a:off x="4091318" y="5928352"/>
            <a:ext cx="697206" cy="680723"/>
          </a:xfrm>
          <a:prstGeom prst="pie">
            <a:avLst>
              <a:gd name="adj1" fmla="val 0"/>
              <a:gd name="adj2" fmla="val 107400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1" name="Часть круга 40">
            <a:extLst>
              <a:ext uri="{FF2B5EF4-FFF2-40B4-BE49-F238E27FC236}">
                <a16:creationId xmlns:a16="http://schemas.microsoft.com/office/drawing/2014/main" id="{88C38850-2134-4051-84C8-878B4211C5AF}"/>
              </a:ext>
            </a:extLst>
          </p:cNvPr>
          <p:cNvSpPr/>
          <p:nvPr/>
        </p:nvSpPr>
        <p:spPr>
          <a:xfrm>
            <a:off x="6007835" y="5928352"/>
            <a:ext cx="697206" cy="680723"/>
          </a:xfrm>
          <a:prstGeom prst="pie">
            <a:avLst>
              <a:gd name="adj1" fmla="val 0"/>
              <a:gd name="adj2" fmla="val 107400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B4CCF158-871B-451C-893A-266725B2976B}"/>
              </a:ext>
            </a:extLst>
          </p:cNvPr>
          <p:cNvCxnSpPr>
            <a:cxnSpLocks/>
          </p:cNvCxnSpPr>
          <p:nvPr/>
        </p:nvCxnSpPr>
        <p:spPr>
          <a:xfrm>
            <a:off x="2250740" y="1292716"/>
            <a:ext cx="0" cy="3766964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717B2ED0-FC29-4CB6-BA02-B5B6845E7600}"/>
              </a:ext>
            </a:extLst>
          </p:cNvPr>
          <p:cNvCxnSpPr>
            <a:cxnSpLocks/>
          </p:cNvCxnSpPr>
          <p:nvPr/>
        </p:nvCxnSpPr>
        <p:spPr>
          <a:xfrm>
            <a:off x="2250740" y="5130800"/>
            <a:ext cx="1589741" cy="0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AB06BA9E-F9E4-4B32-A2DC-F5CC6C24F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7278" y="3860802"/>
            <a:ext cx="2748274" cy="2748274"/>
          </a:xfrm>
          <a:prstGeom prst="rect">
            <a:avLst/>
          </a:prstGeom>
        </p:spPr>
      </p:pic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7D151FE-118B-4DF0-9A8B-85D93F01F74D}"/>
              </a:ext>
            </a:extLst>
          </p:cNvPr>
          <p:cNvCxnSpPr/>
          <p:nvPr/>
        </p:nvCxnSpPr>
        <p:spPr>
          <a:xfrm flipH="1">
            <a:off x="1544320" y="5476240"/>
            <a:ext cx="2296161" cy="0"/>
          </a:xfrm>
          <a:prstGeom prst="straightConnector1">
            <a:avLst/>
          </a:prstGeom>
          <a:ln w="2540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BB2D980-0025-4A7B-AA96-9F1413C460AA}"/>
              </a:ext>
            </a:extLst>
          </p:cNvPr>
          <p:cNvSpPr txBox="1"/>
          <p:nvPr/>
        </p:nvSpPr>
        <p:spPr>
          <a:xfrm>
            <a:off x="1704316" y="5506719"/>
            <a:ext cx="216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Дискретный сигнал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FCBFBD-833E-4D96-AE9A-167B7C2CC3BE}"/>
              </a:ext>
            </a:extLst>
          </p:cNvPr>
          <p:cNvSpPr txBox="1"/>
          <p:nvPr/>
        </p:nvSpPr>
        <p:spPr>
          <a:xfrm>
            <a:off x="2510178" y="4720827"/>
            <a:ext cx="168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Wi-Fi</a:t>
            </a:r>
            <a:endParaRPr lang="ru-RU" dirty="0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3D04D945-15FE-4E76-9D1E-CBC1EF2B60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897" y="4092132"/>
            <a:ext cx="2516943" cy="2516943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D3D2B3C-A055-49A3-BB7F-4BFF1CE90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696" y="5255259"/>
            <a:ext cx="1675952" cy="1745733"/>
          </a:xfrm>
          <a:prstGeom prst="rect">
            <a:avLst/>
          </a:prstGeom>
        </p:spPr>
      </p:pic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1E53085F-F4B0-4523-8070-215F42C33289}"/>
              </a:ext>
            </a:extLst>
          </p:cNvPr>
          <p:cNvCxnSpPr>
            <a:cxnSpLocks/>
          </p:cNvCxnSpPr>
          <p:nvPr/>
        </p:nvCxnSpPr>
        <p:spPr>
          <a:xfrm>
            <a:off x="9629672" y="2245360"/>
            <a:ext cx="2195143" cy="424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D5CA0200-EA46-4018-9C5C-26606DF13231}"/>
              </a:ext>
            </a:extLst>
          </p:cNvPr>
          <p:cNvCxnSpPr>
            <a:cxnSpLocks/>
          </p:cNvCxnSpPr>
          <p:nvPr/>
        </p:nvCxnSpPr>
        <p:spPr>
          <a:xfrm flipH="1">
            <a:off x="6915236" y="2245360"/>
            <a:ext cx="2195143" cy="424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541BD876-0387-4C44-BB5F-044EB6DEABE9}"/>
              </a:ext>
            </a:extLst>
          </p:cNvPr>
          <p:cNvCxnSpPr>
            <a:cxnSpLocks/>
          </p:cNvCxnSpPr>
          <p:nvPr/>
        </p:nvCxnSpPr>
        <p:spPr>
          <a:xfrm>
            <a:off x="3772009" y="2245360"/>
            <a:ext cx="2195143" cy="424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14A9A9AA-6C12-415E-BED7-3A99E3BF5BE2}"/>
              </a:ext>
            </a:extLst>
          </p:cNvPr>
          <p:cNvCxnSpPr>
            <a:cxnSpLocks/>
          </p:cNvCxnSpPr>
          <p:nvPr/>
        </p:nvCxnSpPr>
        <p:spPr>
          <a:xfrm flipH="1">
            <a:off x="1057573" y="2245360"/>
            <a:ext cx="2195143" cy="424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188FC573-9B6E-4BCA-AA18-459A6CF65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935" y="1804594"/>
            <a:ext cx="650466" cy="650466"/>
          </a:xfrm>
          <a:prstGeom prst="rect">
            <a:avLst/>
          </a:prstGeom>
        </p:spPr>
      </p:pic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8BC6E107-44F5-4E11-A876-9E7176396040}"/>
              </a:ext>
            </a:extLst>
          </p:cNvPr>
          <p:cNvCxnSpPr>
            <a:cxnSpLocks/>
          </p:cNvCxnSpPr>
          <p:nvPr/>
        </p:nvCxnSpPr>
        <p:spPr>
          <a:xfrm>
            <a:off x="6687929" y="2245360"/>
            <a:ext cx="2195143" cy="424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>
            <a:extLst>
              <a:ext uri="{FF2B5EF4-FFF2-40B4-BE49-F238E27FC236}">
                <a16:creationId xmlns:a16="http://schemas.microsoft.com/office/drawing/2014/main" id="{0E53E75E-3BC0-4E56-B20E-26B1EDE04184}"/>
              </a:ext>
            </a:extLst>
          </p:cNvPr>
          <p:cNvCxnSpPr>
            <a:cxnSpLocks/>
          </p:cNvCxnSpPr>
          <p:nvPr/>
        </p:nvCxnSpPr>
        <p:spPr>
          <a:xfrm flipH="1">
            <a:off x="3973493" y="2245360"/>
            <a:ext cx="2195143" cy="424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CB96711C-5D0E-44FA-BDAA-5FAEE3F120CF}"/>
              </a:ext>
            </a:extLst>
          </p:cNvPr>
          <p:cNvCxnSpPr/>
          <p:nvPr/>
        </p:nvCxnSpPr>
        <p:spPr>
          <a:xfrm flipV="1">
            <a:off x="6431168" y="1595120"/>
            <a:ext cx="0" cy="1993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8207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</Words>
  <Application>Microsoft Office PowerPoint</Application>
  <PresentationFormat>Широкоэкранный</PresentationFormat>
  <Paragraphs>9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Morningstar Okronix</dc:creator>
  <cp:lastModifiedBy>Morningstar Okronix</cp:lastModifiedBy>
  <cp:revision>6</cp:revision>
  <dcterms:created xsi:type="dcterms:W3CDTF">2026-02-25T07:35:18Z</dcterms:created>
  <dcterms:modified xsi:type="dcterms:W3CDTF">2026-02-25T08:20:59Z</dcterms:modified>
</cp:coreProperties>
</file>